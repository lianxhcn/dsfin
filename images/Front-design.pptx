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0" r:id="rId2"/>
    <p:sldId id="262" r:id="rId3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EC008"/>
    <a:srgbClr val="F5C008"/>
    <a:srgbClr val="0277BC"/>
    <a:srgbClr val="0177BC"/>
    <a:srgbClr val="7A5D00"/>
    <a:srgbClr val="F2D89B"/>
    <a:srgbClr val="F2F2F2"/>
    <a:srgbClr val="FFFEF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269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307321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0585123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02059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50721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504266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7296171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60166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9767835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8419205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299086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A37826-251B-4A88-B5F1-14358E59E079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066806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A37826-251B-4A88-B5F1-14358E59E079}" type="datetimeFigureOut">
              <a:rPr lang="zh-CN" altLang="en-US" smtClean="0"/>
              <a:t>2026/3/25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90FFB5C-0F5F-4A92-9CF1-67880A82356B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7493080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622935" y="457201"/>
            <a:ext cx="3888105" cy="4933949"/>
          </a:xfrm>
          <a:prstGeom prst="rect">
            <a:avLst/>
          </a:prstGeom>
          <a:gradFill>
            <a:gsLst>
              <a:gs pos="21000">
                <a:schemeClr val="bg1"/>
              </a:gs>
              <a:gs pos="97000">
                <a:schemeClr val="accent1">
                  <a:lumMod val="40000"/>
                  <a:lumOff val="60000"/>
                </a:schemeClr>
              </a:gs>
            </a:gsLst>
            <a:lin ang="5400000" scaled="1"/>
          </a:gradFill>
          <a:ln w="19050" cap="sq" cmpd="thickThin">
            <a:solidFill>
              <a:schemeClr val="accent5">
                <a:lumMod val="50000"/>
                <a:alpha val="49000"/>
              </a:schemeClr>
            </a:solidFill>
            <a:miter lim="800000"/>
          </a:ln>
          <a:effectLst>
            <a:outerShdw blurRad="50800" dist="38100" dir="4800000" sx="101000" sy="101000" algn="tl" rotWithShape="0">
              <a:schemeClr val="accent5">
                <a:lumMod val="75000"/>
                <a:alpha val="40000"/>
              </a:scheme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rgbClr val="C00000"/>
              </a:solidFill>
              <a:latin typeface="微软雅黑" panose="020B0503020204020204" pitchFamily="34" charset="-122"/>
              <a:ea typeface="微软雅黑" panose="020B0503020204020204" pitchFamily="34" charset="-122"/>
            </a:endParaRPr>
          </a:p>
        </p:txBody>
      </p:sp>
      <p:sp>
        <p:nvSpPr>
          <p:cNvPr id="6" name="矩形 5"/>
          <p:cNvSpPr/>
          <p:nvPr/>
        </p:nvSpPr>
        <p:spPr>
          <a:xfrm>
            <a:off x="644842" y="4136868"/>
            <a:ext cx="3844290" cy="307777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 algn="ctr"/>
            <a:r>
              <a:rPr lang="zh-CN" altLang="en-US" sz="1400" kern="0" spc="3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连玉君 </a:t>
            </a:r>
            <a:r>
              <a:rPr lang="en-US" altLang="zh-CN" sz="1400" kern="0" spc="3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(</a:t>
            </a:r>
            <a:r>
              <a:rPr lang="zh-CN" altLang="en-US" sz="1400" kern="0" spc="3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编著</a:t>
            </a:r>
            <a:r>
              <a:rPr lang="en-US" altLang="zh-CN" sz="1400" kern="0" spc="300" dirty="0" smtClean="0">
                <a:solidFill>
                  <a:schemeClr val="accent1">
                    <a:lumMod val="50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rPr>
              <a:t>)</a:t>
            </a:r>
          </a:p>
        </p:txBody>
      </p:sp>
      <p:sp>
        <p:nvSpPr>
          <p:cNvPr id="3" name="文本框 2"/>
          <p:cNvSpPr txBox="1"/>
          <p:nvPr/>
        </p:nvSpPr>
        <p:spPr>
          <a:xfrm>
            <a:off x="616191" y="457201"/>
            <a:ext cx="3888105" cy="144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8" name="文本框 7"/>
          <p:cNvSpPr txBox="1"/>
          <p:nvPr/>
        </p:nvSpPr>
        <p:spPr>
          <a:xfrm>
            <a:off x="612141" y="5071246"/>
            <a:ext cx="3892155" cy="324000"/>
          </a:xfrm>
          <a:prstGeom prst="rect">
            <a:avLst/>
          </a:prstGeom>
          <a:solidFill>
            <a:schemeClr val="accent1">
              <a:lumMod val="75000"/>
            </a:schemeClr>
          </a:solidFill>
        </p:spPr>
        <p:txBody>
          <a:bodyPr wrap="square" rtlCol="0">
            <a:spAutoFit/>
          </a:bodyPr>
          <a:lstStyle/>
          <a:p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1884311" y="5087892"/>
            <a:ext cx="130805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1400" dirty="0" smtClean="0">
                <a:solidFill>
                  <a:schemeClr val="bg1"/>
                </a:solidFill>
                <a:latin typeface="微软雅黑 Light" panose="020B0502040204020203" pitchFamily="34" charset="-122"/>
                <a:ea typeface="微软雅黑 Light" panose="020B0502040204020203" pitchFamily="34" charset="-122"/>
              </a:rPr>
              <a:t>www.lianxh.cn</a:t>
            </a:r>
            <a:endParaRPr lang="zh-CN" altLang="en-US" sz="1400" dirty="0">
              <a:solidFill>
                <a:schemeClr val="bg1"/>
              </a:solidFill>
              <a:latin typeface="微软雅黑 Light" panose="020B0502040204020203" pitchFamily="34" charset="-122"/>
              <a:ea typeface="微软雅黑 Light" panose="020B0502040204020203" pitchFamily="34" charset="-122"/>
            </a:endParaRPr>
          </a:p>
        </p:txBody>
      </p:sp>
      <p:sp>
        <p:nvSpPr>
          <p:cNvPr id="9" name="矩形 8"/>
          <p:cNvSpPr/>
          <p:nvPr/>
        </p:nvSpPr>
        <p:spPr>
          <a:xfrm>
            <a:off x="636073" y="1641125"/>
            <a:ext cx="3844290" cy="1446550"/>
          </a:xfrm>
          <a:prstGeom prst="rect">
            <a:avLst/>
          </a:prstGeom>
        </p:spPr>
        <p:txBody>
          <a:bodyPr wrap="square" lIns="36000" rIns="36000">
            <a:spAutoFit/>
          </a:bodyPr>
          <a:lstStyle/>
          <a:p>
            <a:pPr algn="ctr"/>
            <a:r>
              <a:rPr lang="zh-CN" altLang="en-US" sz="4400" b="1" kern="0" spc="300" dirty="0" smtClean="0">
                <a:solidFill>
                  <a:schemeClr val="accent1">
                    <a:lumMod val="50000"/>
                  </a:schemeClr>
                </a:solidFill>
                <a:latin typeface="腾祥铁山楷书简" panose="01010104010101010101" pitchFamily="2" charset="-122"/>
                <a:ea typeface="腾祥铁山楷书简" panose="01010104010101010101" pitchFamily="2" charset="-122"/>
                <a:cs typeface="Arial Unicode MS" panose="020B0604020202020204" pitchFamily="34" charset="-122"/>
              </a:rPr>
              <a:t>金融数据分析</a:t>
            </a:r>
            <a:endParaRPr lang="en-US" altLang="zh-CN" sz="4400" b="1" kern="0" spc="300" dirty="0" smtClean="0">
              <a:solidFill>
                <a:schemeClr val="accent1">
                  <a:lumMod val="50000"/>
                </a:schemeClr>
              </a:solidFill>
              <a:latin typeface="腾祥铁山楷书简" panose="01010104010101010101" pitchFamily="2" charset="-122"/>
              <a:ea typeface="腾祥铁山楷书简" panose="01010104010101010101" pitchFamily="2" charset="-122"/>
              <a:cs typeface="Arial Unicode MS" panose="020B0604020202020204" pitchFamily="34" charset="-122"/>
            </a:endParaRPr>
          </a:p>
          <a:p>
            <a:pPr algn="ctr"/>
            <a:r>
              <a:rPr lang="zh-CN" altLang="en-US" sz="4400" b="1" kern="0" spc="300" dirty="0" smtClean="0">
                <a:solidFill>
                  <a:schemeClr val="accent1">
                    <a:lumMod val="50000"/>
                  </a:schemeClr>
                </a:solidFill>
                <a:latin typeface="腾祥铁山楷书简" panose="01010104010101010101" pitchFamily="2" charset="-122"/>
                <a:ea typeface="腾祥铁山楷书简" panose="01010104010101010101" pitchFamily="2" charset="-122"/>
                <a:cs typeface="Arial Unicode MS" panose="020B0604020202020204" pitchFamily="34" charset="-122"/>
              </a:rPr>
              <a:t>与建模</a:t>
            </a:r>
            <a:endParaRPr lang="en-US" altLang="zh-CN" sz="4400" kern="0" spc="300" dirty="0" smtClean="0">
              <a:solidFill>
                <a:schemeClr val="accent1">
                  <a:lumMod val="50000"/>
                </a:schemeClr>
              </a:solidFill>
              <a:latin typeface="腾祥铁山楷书简" panose="01010104010101010101" pitchFamily="2" charset="-122"/>
              <a:ea typeface="腾祥铁山楷书简" panose="01010104010101010101" pitchFamily="2" charset="-122"/>
            </a:endParaRPr>
          </a:p>
        </p:txBody>
      </p:sp>
      <p:pic>
        <p:nvPicPr>
          <p:cNvPr id="2" name="图片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12719" y="911624"/>
            <a:ext cx="4212701" cy="510889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702342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框 2"/>
          <p:cNvSpPr txBox="1"/>
          <p:nvPr/>
        </p:nvSpPr>
        <p:spPr>
          <a:xfrm>
            <a:off x="1104900" y="750627"/>
            <a:ext cx="12682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 smtClean="0"/>
              <a:t>Logo-</a:t>
            </a:r>
            <a:r>
              <a:rPr lang="zh-CN" altLang="en-US" dirty="0" smtClean="0"/>
              <a:t>矩形</a:t>
            </a:r>
            <a:endParaRPr lang="zh-CN" altLang="en-US" dirty="0"/>
          </a:p>
        </p:txBody>
      </p:sp>
      <p:sp>
        <p:nvSpPr>
          <p:cNvPr id="8" name="椭圆 7"/>
          <p:cNvSpPr/>
          <p:nvPr/>
        </p:nvSpPr>
        <p:spPr>
          <a:xfrm>
            <a:off x="1695450" y="4800600"/>
            <a:ext cx="114300" cy="114300"/>
          </a:xfrm>
          <a:prstGeom prst="ellipse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矩形 8"/>
          <p:cNvSpPr>
            <a:spLocks noChangeAspect="1"/>
          </p:cNvSpPr>
          <p:nvPr/>
        </p:nvSpPr>
        <p:spPr>
          <a:xfrm>
            <a:off x="1104900" y="1848015"/>
            <a:ext cx="1080000" cy="1080000"/>
          </a:xfrm>
          <a:prstGeom prst="rect">
            <a:avLst/>
          </a:prstGeom>
          <a:solidFill>
            <a:srgbClr val="7030A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0" tIns="0" rIns="0" bIns="0" rtlCol="0" anchor="ctr"/>
          <a:lstStyle/>
          <a:p>
            <a:pPr algn="ctr"/>
            <a:endParaRPr lang="en-US" altLang="zh-CN" sz="8000" b="1" dirty="0" smtClean="0">
              <a:solidFill>
                <a:srgbClr val="FFFF00"/>
              </a:solidFill>
              <a:latin typeface="叶根友蚕燕隶书(3500)" panose="02010601030101010101" pitchFamily="2" charset="-122"/>
              <a:ea typeface="叶根友蚕燕隶书(3500)" panose="02010601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138845" y="2359059"/>
            <a:ext cx="1914310" cy="2139881"/>
          </a:xfrm>
          <a:prstGeom prst="rect">
            <a:avLst/>
          </a:prstGeom>
        </p:spPr>
      </p:pic>
      <p:sp>
        <p:nvSpPr>
          <p:cNvPr id="7" name="矩形 6"/>
          <p:cNvSpPr/>
          <p:nvPr/>
        </p:nvSpPr>
        <p:spPr>
          <a:xfrm>
            <a:off x="1177871" y="1659621"/>
            <a:ext cx="730358" cy="14465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sz="8800" b="1" i="1" dirty="0" smtClean="0">
                <a:solidFill>
                  <a:srgbClr val="FFFF00"/>
                </a:solidFill>
                <a:latin typeface="Algerian" panose="04020705040A02060702" pitchFamily="82" charset="0"/>
                <a:ea typeface="叶根友蚕燕隶书(3500)" panose="02010601030101010101" pitchFamily="2" charset="-122"/>
              </a:rPr>
              <a:t>D</a:t>
            </a:r>
            <a:endParaRPr lang="en-US" altLang="zh-CN" sz="8800" b="1" i="1" dirty="0">
              <a:solidFill>
                <a:srgbClr val="FFFF00"/>
              </a:solidFill>
              <a:latin typeface="Algerian" panose="04020705040A02060702" pitchFamily="82" charset="0"/>
              <a:ea typeface="叶根友蚕燕隶书(3500)" panose="02010601030101010101" pitchFamily="2" charset="-122"/>
            </a:endParaRP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976197" y="3251797"/>
            <a:ext cx="868755" cy="8687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368171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4181</TotalTime>
  <Words>14</Words>
  <Application>Microsoft Office PowerPoint</Application>
  <PresentationFormat>宽屏</PresentationFormat>
  <Paragraphs>6</Paragraphs>
  <Slides>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12" baseType="lpstr">
      <vt:lpstr>Arial Unicode MS</vt:lpstr>
      <vt:lpstr>等线</vt:lpstr>
      <vt:lpstr>等线 Light</vt:lpstr>
      <vt:lpstr>腾祥铁山楷书简</vt:lpstr>
      <vt:lpstr>微软雅黑</vt:lpstr>
      <vt:lpstr>微软雅黑 Light</vt:lpstr>
      <vt:lpstr>叶根友蚕燕隶书(3500)</vt:lpstr>
      <vt:lpstr>Algerian</vt:lpstr>
      <vt:lpstr>Arial</vt:lpstr>
      <vt:lpstr>Office 主题​​</vt:lpstr>
      <vt:lpstr>PowerPoint 演示文稿</vt:lpstr>
      <vt:lpstr>PowerPoint 演示文稿</vt:lpstr>
    </vt:vector>
  </TitlesOfParts>
  <Company>P R 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YJ Lian</dc:creator>
  <cp:lastModifiedBy>YJ Lian</cp:lastModifiedBy>
  <cp:revision>202</cp:revision>
  <dcterms:created xsi:type="dcterms:W3CDTF">2025-01-27T15:53:19Z</dcterms:created>
  <dcterms:modified xsi:type="dcterms:W3CDTF">2026-03-25T00:15:23Z</dcterms:modified>
</cp:coreProperties>
</file>