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2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C008"/>
    <a:srgbClr val="F5C008"/>
    <a:srgbClr val="0277BC"/>
    <a:srgbClr val="0177BC"/>
    <a:srgbClr val="7A5D00"/>
    <a:srgbClr val="F2D89B"/>
    <a:srgbClr val="F2F2F2"/>
    <a:srgbClr val="FFFE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53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0732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5851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0205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072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0426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2961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016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7678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4192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990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6680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A37826-251B-4A88-B5F1-14358E59E079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4930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22935" y="457201"/>
            <a:ext cx="3888105" cy="4933949"/>
          </a:xfrm>
          <a:prstGeom prst="rect">
            <a:avLst/>
          </a:prstGeom>
          <a:gradFill>
            <a:gsLst>
              <a:gs pos="21000">
                <a:schemeClr val="bg1"/>
              </a:gs>
              <a:gs pos="97000">
                <a:schemeClr val="accent1">
                  <a:lumMod val="40000"/>
                  <a:lumOff val="60000"/>
                </a:schemeClr>
              </a:gs>
            </a:gsLst>
            <a:lin ang="5400000" scaled="1"/>
          </a:gradFill>
          <a:ln w="19050" cap="sq" cmpd="thickThin">
            <a:solidFill>
              <a:schemeClr val="accent5">
                <a:lumMod val="50000"/>
                <a:alpha val="49000"/>
              </a:schemeClr>
            </a:solidFill>
            <a:miter lim="800000"/>
          </a:ln>
          <a:effectLst>
            <a:outerShdw blurRad="50800" dist="38100" dir="4800000" sx="101000" sy="101000" algn="tl" rotWithShape="0">
              <a:schemeClr val="accent5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44842" y="4136868"/>
            <a:ext cx="3844290" cy="30777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algn="ctr"/>
            <a:r>
              <a:rPr lang="zh-CN" altLang="en-US" sz="1400" kern="0" spc="300" dirty="0" smtClean="0">
                <a:solidFill>
                  <a:schemeClr val="accent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连玉君 </a:t>
            </a:r>
            <a:r>
              <a:rPr lang="en-US" altLang="zh-CN" sz="1400" kern="0" spc="300" dirty="0" smtClean="0">
                <a:solidFill>
                  <a:schemeClr val="accent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kern="0" spc="300" dirty="0" smtClean="0">
                <a:solidFill>
                  <a:schemeClr val="accent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编著</a:t>
            </a:r>
            <a:r>
              <a:rPr lang="en-US" altLang="zh-CN" sz="1400" kern="0" spc="300" dirty="0" smtClean="0">
                <a:solidFill>
                  <a:schemeClr val="accent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en-US" altLang="zh-CN" sz="1400" kern="0" spc="300" dirty="0" smtClean="0">
              <a:solidFill>
                <a:schemeClr val="accent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16191" y="457201"/>
            <a:ext cx="3888105" cy="14400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612141" y="5071246"/>
            <a:ext cx="3892155" cy="32400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884311" y="5087892"/>
            <a:ext cx="13080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400" dirty="0" smtClean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www.lianxh.cn</a:t>
            </a:r>
            <a:endParaRPr lang="zh-CN" altLang="en-US" sz="1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36073" y="1641125"/>
            <a:ext cx="3844290" cy="144655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algn="ctr"/>
            <a:r>
              <a:rPr lang="zh-CN" altLang="en-US" sz="4400" b="1" kern="0" spc="300" dirty="0" smtClean="0">
                <a:solidFill>
                  <a:schemeClr val="accent1">
                    <a:lumMod val="50000"/>
                  </a:schemeClr>
                </a:solidFill>
                <a:latin typeface="腾祥铁山楷书简" panose="01010104010101010101" pitchFamily="2" charset="-122"/>
                <a:ea typeface="腾祥铁山楷书简" panose="01010104010101010101" pitchFamily="2" charset="-122"/>
                <a:cs typeface="Arial Unicode MS" panose="020B0604020202020204" pitchFamily="34" charset="-122"/>
              </a:rPr>
              <a:t>金融数据分析</a:t>
            </a:r>
            <a:endParaRPr lang="en-US" altLang="zh-CN" sz="4400" b="1" kern="0" spc="300" dirty="0" smtClean="0">
              <a:solidFill>
                <a:schemeClr val="accent1">
                  <a:lumMod val="50000"/>
                </a:schemeClr>
              </a:solidFill>
              <a:latin typeface="腾祥铁山楷书简" panose="01010104010101010101" pitchFamily="2" charset="-122"/>
              <a:ea typeface="腾祥铁山楷书简" panose="01010104010101010101" pitchFamily="2" charset="-122"/>
              <a:cs typeface="Arial Unicode MS" panose="020B0604020202020204" pitchFamily="34" charset="-122"/>
            </a:endParaRPr>
          </a:p>
          <a:p>
            <a:pPr algn="ctr"/>
            <a:r>
              <a:rPr lang="zh-CN" altLang="en-US" sz="4400" b="1" kern="0" spc="300" dirty="0" smtClean="0">
                <a:solidFill>
                  <a:schemeClr val="accent1">
                    <a:lumMod val="50000"/>
                  </a:schemeClr>
                </a:solidFill>
                <a:latin typeface="腾祥铁山楷书简" panose="01010104010101010101" pitchFamily="2" charset="-122"/>
                <a:ea typeface="腾祥铁山楷书简" panose="01010104010101010101" pitchFamily="2" charset="-122"/>
                <a:cs typeface="Arial Unicode MS" panose="020B0604020202020204" pitchFamily="34" charset="-122"/>
              </a:rPr>
              <a:t>与建模</a:t>
            </a:r>
            <a:endParaRPr lang="en-US" altLang="zh-CN" sz="4400" kern="0" spc="300" dirty="0" smtClean="0">
              <a:solidFill>
                <a:schemeClr val="accent1">
                  <a:lumMod val="50000"/>
                </a:schemeClr>
              </a:solidFill>
              <a:latin typeface="腾祥铁山楷书简" panose="01010104010101010101" pitchFamily="2" charset="-122"/>
              <a:ea typeface="腾祥铁山楷书简" panose="0101010401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2719" y="911624"/>
            <a:ext cx="4212701" cy="51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234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04900" y="750627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Logo-</a:t>
            </a:r>
            <a:r>
              <a:rPr lang="zh-CN" altLang="en-US" dirty="0" smtClean="0"/>
              <a:t>矩形</a:t>
            </a:r>
            <a:endParaRPr lang="zh-CN" altLang="en-US" dirty="0"/>
          </a:p>
        </p:txBody>
      </p:sp>
      <p:sp>
        <p:nvSpPr>
          <p:cNvPr id="8" name="椭圆 7"/>
          <p:cNvSpPr/>
          <p:nvPr/>
        </p:nvSpPr>
        <p:spPr>
          <a:xfrm>
            <a:off x="1695450" y="4800600"/>
            <a:ext cx="114300" cy="1143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>
            <a:spLocks noChangeAspect="1"/>
          </p:cNvSpPr>
          <p:nvPr/>
        </p:nvSpPr>
        <p:spPr>
          <a:xfrm>
            <a:off x="1104900" y="1726296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8000" b="1" dirty="0" smtClean="0">
                <a:solidFill>
                  <a:srgbClr val="FFFF00"/>
                </a:solidFill>
                <a:latin typeface="叶根友蚕燕隶书(3500)" panose="02010601030101010101" pitchFamily="2" charset="-122"/>
                <a:ea typeface="叶根友蚕燕隶书(3500)" panose="02010601030101010101" pitchFamily="2" charset="-122"/>
              </a:rPr>
              <a:t>D</a:t>
            </a:r>
            <a:endParaRPr lang="en-US" altLang="zh-CN" sz="8000" b="1" dirty="0" smtClean="0">
              <a:solidFill>
                <a:srgbClr val="FFFF00"/>
              </a:solidFill>
              <a:latin typeface="叶根友蚕燕隶书(3500)" panose="02010601030101010101" pitchFamily="2" charset="-122"/>
              <a:ea typeface="叶根友蚕燕隶书(3500)" panose="0201060103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845" y="2359059"/>
            <a:ext cx="1914310" cy="21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81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4166</TotalTime>
  <Words>14</Words>
  <Application>Microsoft Office PowerPoint</Application>
  <PresentationFormat>宽屏</PresentationFormat>
  <Paragraphs>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 Unicode MS</vt:lpstr>
      <vt:lpstr>等线</vt:lpstr>
      <vt:lpstr>等线 Light</vt:lpstr>
      <vt:lpstr>腾祥铁山楷书简</vt:lpstr>
      <vt:lpstr>微软雅黑</vt:lpstr>
      <vt:lpstr>微软雅黑 Light</vt:lpstr>
      <vt:lpstr>叶根友蚕燕隶书(3500)</vt:lpstr>
      <vt:lpstr>Arial</vt:lpstr>
      <vt:lpstr>Office 主题​​</vt:lpstr>
      <vt:lpstr>PowerPoint 演示文稿</vt:lpstr>
      <vt:lpstr>PowerPoint 演示文稿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YJ Lian</dc:creator>
  <cp:lastModifiedBy>YJ Lian</cp:lastModifiedBy>
  <cp:revision>191</cp:revision>
  <dcterms:created xsi:type="dcterms:W3CDTF">2025-01-27T15:53:19Z</dcterms:created>
  <dcterms:modified xsi:type="dcterms:W3CDTF">2026-03-24T09:44:59Z</dcterms:modified>
</cp:coreProperties>
</file>